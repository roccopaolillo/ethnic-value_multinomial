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434" autoAdjust="0"/>
  </p:normalViewPr>
  <p:slideViewPr>
    <p:cSldViewPr snapToGrid="0">
      <p:cViewPr>
        <p:scale>
          <a:sx n="80" d="100"/>
          <a:sy n="80" d="100"/>
        </p:scale>
        <p:origin x="-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C5E153-176E-4932-B6D9-6CF494BF6BC7}" type="datetimeFigureOut">
              <a:rPr lang="en-US" smtClean="0"/>
              <a:t>1/14/2020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014CBF-B613-47ED-A96A-FFB6578AF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338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14CBF-B613-47ED-A96A-FFB6578AF47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893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0BBED-8E7E-439E-B948-FCA9187AAE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5C62E3-DE0B-4EFF-9208-34DDDE75F4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038A1-CCB3-4F39-80F8-22BE83B82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EE82-EF56-4B0D-8192-085A427757D6}" type="datetimeFigureOut">
              <a:rPr lang="en-US" smtClean="0"/>
              <a:t>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6C289-2D37-44B8-80B3-B86B26F6E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6738B-5BD6-4BA2-B2AF-493A355AE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AB16D-C8A4-42B6-8244-61E980C2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64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343D1-F8B7-4988-97B1-33B6CE822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4A4ED-0CF6-474B-8527-A3BC15C15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42C59-8C0A-48D7-AE3A-614AE332A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EE82-EF56-4B0D-8192-085A427757D6}" type="datetimeFigureOut">
              <a:rPr lang="en-US" smtClean="0"/>
              <a:t>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8B6F0-155C-4438-BF63-169976338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28D03-040D-4900-9AD6-74D1A8613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AB16D-C8A4-42B6-8244-61E980C2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041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A09FB-01C4-4558-9E7D-79762E4B4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86920-566D-46A5-893C-779B4C9D0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409BC-7DB2-4127-B050-47389686B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EE82-EF56-4B0D-8192-085A427757D6}" type="datetimeFigureOut">
              <a:rPr lang="en-US" smtClean="0"/>
              <a:t>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581ED-3B2A-4F1E-9323-4B74B0977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087E3-5DFC-425A-A807-48FD3716D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AB16D-C8A4-42B6-8244-61E980C2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725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01378-F97E-4B6A-8483-ADA949346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8E0A9-478E-4657-847D-347DAC982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F12A19-7BB0-4577-940D-6E6F3C64F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4DAFC5-159D-4E04-849A-B5D1570E1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EE82-EF56-4B0D-8192-085A427757D6}" type="datetimeFigureOut">
              <a:rPr lang="en-US" smtClean="0"/>
              <a:t>1/14/2020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46F90-00F9-4779-85F9-60B302DD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2CFA3-3EA9-4383-A2D3-E9A99E698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AB16D-C8A4-42B6-8244-61E980C2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404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045C3-308D-4A71-B0CA-A0B429D21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06B04-D786-405E-8556-36CD73787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F591C3-0F53-4B0B-BE83-6ADFECB504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82B1BA-423C-41A1-BA95-FAECC9A380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9844D2-CD68-413F-84E0-A267E509DA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31547E-356B-4259-892A-1F964BB6A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EE82-EF56-4B0D-8192-085A427757D6}" type="datetimeFigureOut">
              <a:rPr lang="en-US" smtClean="0"/>
              <a:t>1/14/2020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8ED1E6-098E-44CD-B4B6-681BCB022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B010E2-6B47-4A1C-83E1-D184D0F47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AB16D-C8A4-42B6-8244-61E980C2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674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D09D7-C8E0-4BAF-975F-5D79F69FE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BED76-0199-4200-A361-B64007DA3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EE82-EF56-4B0D-8192-085A427757D6}" type="datetimeFigureOut">
              <a:rPr lang="en-US" smtClean="0"/>
              <a:t>1/14/2020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7B443-D04B-4C91-BE6A-5074D133E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09E592-91E2-4013-8AD2-912F66511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AB16D-C8A4-42B6-8244-61E980C2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69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658D7B-1604-4FEE-A49F-4497AABA6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EE82-EF56-4B0D-8192-085A427757D6}" type="datetimeFigureOut">
              <a:rPr lang="en-US" smtClean="0"/>
              <a:t>1/14/2020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EE7FF3-5EBA-4E54-83AC-9B81F204D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4F3D4-B23E-4434-822C-858AD0669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AB16D-C8A4-42B6-8244-61E980C2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10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34D92-6014-4D7C-B927-890DA6ABB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FDC29-B07B-4AD2-A590-3DCE45DB6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6CF3C0-2E0D-4659-A3BA-157AA87B6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24A64-0A54-45BB-8670-F3D71CB37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EE82-EF56-4B0D-8192-085A427757D6}" type="datetimeFigureOut">
              <a:rPr lang="en-US" smtClean="0"/>
              <a:t>1/14/2020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541228-46AF-41F3-9716-CC71B2C5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2D1B64-911C-4F1E-8A59-EA7A88C9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AB16D-C8A4-42B6-8244-61E980C2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364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9CFDB-7F8A-4D1F-A1F0-5033D5DE3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CDACD7-1C52-4CC6-B419-E0C456FCAD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3F94A9-0032-4701-AD51-5A331C66C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3BB27-3E90-4602-8391-887FFC673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EE82-EF56-4B0D-8192-085A427757D6}" type="datetimeFigureOut">
              <a:rPr lang="en-US" smtClean="0"/>
              <a:t>1/14/2020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8AA10-B31D-4F39-9319-9EA215E11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4C5C9-F199-43B7-BE19-1D621C17C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AB16D-C8A4-42B6-8244-61E980C2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568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1853E-E511-4498-B2EB-486232EA5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0D227-283A-4DA3-99E5-BB4A1CBC43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A8778-9FF3-4FF5-9D2F-856812A88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EE82-EF56-4B0D-8192-085A427757D6}" type="datetimeFigureOut">
              <a:rPr lang="en-US" smtClean="0"/>
              <a:t>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EC6B6-2893-4D85-9E32-7D8978FA8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8AD7A-E264-473A-9C44-5642C89F2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AB16D-C8A4-42B6-8244-61E980C2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373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527B69-6B22-4228-B34F-C37888DF13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69BA6-BD4A-4E66-AE4B-1AC2772134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65B8C-2AC5-410B-A559-5E0410110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EE82-EF56-4B0D-8192-085A427757D6}" type="datetimeFigureOut">
              <a:rPr lang="en-US" smtClean="0"/>
              <a:t>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D944D-B1CE-4739-BD72-2F75FE46D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7333D-1C4C-4B21-AEAA-92B448A80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AB16D-C8A4-42B6-8244-61E980C2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51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C4C078-35CF-4D24-8889-1E427FA9E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5F229-0EAC-418F-8D00-EDB34540F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46DB2-A109-4116-AF48-4BF6EA13C3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C7EE82-EF56-4B0D-8192-085A427757D6}" type="datetimeFigureOut">
              <a:rPr lang="en-US" smtClean="0"/>
              <a:t>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4458C-BF39-4946-AD03-00C808D1B7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64ED9-9CF2-44A6-A003-AB99188F0A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AB16D-C8A4-42B6-8244-61E980C2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574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4FDF99DB-4CCA-4B43-81FA-39DB69685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406" y="730506"/>
            <a:ext cx="3688400" cy="290804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A51FB74-9B56-4BCF-BF99-0340EDED9FBE}"/>
              </a:ext>
            </a:extLst>
          </p:cNvPr>
          <p:cNvSpPr txBox="1"/>
          <p:nvPr/>
        </p:nvSpPr>
        <p:spPr>
          <a:xfrm>
            <a:off x="8686800" y="304800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OFFICIAL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125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B5876F6-C8A1-4D61-8F29-BA6E732032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728641"/>
              </p:ext>
            </p:extLst>
          </p:nvPr>
        </p:nvGraphicFramePr>
        <p:xfrm>
          <a:off x="3830394" y="2649791"/>
          <a:ext cx="1891072" cy="1404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6672">
                  <a:extLst>
                    <a:ext uri="{9D8B030D-6E8A-4147-A177-3AD203B41FA5}">
                      <a16:colId xmlns:a16="http://schemas.microsoft.com/office/drawing/2014/main" val="364175639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650099921"/>
                    </a:ext>
                  </a:extLst>
                </a:gridCol>
              </a:tblGrid>
              <a:tr h="7020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3954237"/>
                  </a:ext>
                </a:extLst>
              </a:tr>
              <a:tr h="7020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0386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EC76652-DAC3-4412-B52E-C7D7F067BDBF}"/>
              </a:ext>
            </a:extLst>
          </p:cNvPr>
          <p:cNvSpPr txBox="1"/>
          <p:nvPr/>
        </p:nvSpPr>
        <p:spPr>
          <a:xfrm>
            <a:off x="3794342" y="2284088"/>
            <a:ext cx="1927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ETHNICITY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0631FE-7913-48CA-B769-530083B1DA9B}"/>
              </a:ext>
            </a:extLst>
          </p:cNvPr>
          <p:cNvSpPr txBox="1"/>
          <p:nvPr/>
        </p:nvSpPr>
        <p:spPr>
          <a:xfrm rot="16200000">
            <a:off x="2943676" y="3182548"/>
            <a:ext cx="1404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VALUE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114A35F-319C-46C4-A275-1A2A51AB910B}"/>
              </a:ext>
            </a:extLst>
          </p:cNvPr>
          <p:cNvSpPr/>
          <p:nvPr/>
        </p:nvSpPr>
        <p:spPr>
          <a:xfrm>
            <a:off x="4056417" y="2746204"/>
            <a:ext cx="530942" cy="4522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4D9B91F-1BCD-4AD6-81E0-85C6D385F0C1}"/>
              </a:ext>
            </a:extLst>
          </p:cNvPr>
          <p:cNvSpPr/>
          <p:nvPr/>
        </p:nvSpPr>
        <p:spPr>
          <a:xfrm>
            <a:off x="4978624" y="2746204"/>
            <a:ext cx="530942" cy="45228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8A7F0-3663-4457-81B5-C52288390515}"/>
              </a:ext>
            </a:extLst>
          </p:cNvPr>
          <p:cNvSpPr/>
          <p:nvPr/>
        </p:nvSpPr>
        <p:spPr>
          <a:xfrm>
            <a:off x="4100156" y="3439377"/>
            <a:ext cx="461104" cy="4522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D8F51F-2C44-4CED-98EB-D0A30515E9FA}"/>
              </a:ext>
            </a:extLst>
          </p:cNvPr>
          <p:cNvSpPr/>
          <p:nvPr/>
        </p:nvSpPr>
        <p:spPr>
          <a:xfrm>
            <a:off x="5013543" y="3439377"/>
            <a:ext cx="461104" cy="45228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1C593BC8-6C12-4B00-A88B-C108A1C58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899307"/>
              </p:ext>
            </p:extLst>
          </p:nvPr>
        </p:nvGraphicFramePr>
        <p:xfrm>
          <a:off x="9354783" y="1407921"/>
          <a:ext cx="1891072" cy="1404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6672">
                  <a:extLst>
                    <a:ext uri="{9D8B030D-6E8A-4147-A177-3AD203B41FA5}">
                      <a16:colId xmlns:a16="http://schemas.microsoft.com/office/drawing/2014/main" val="364175639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650099921"/>
                    </a:ext>
                  </a:extLst>
                </a:gridCol>
              </a:tblGrid>
              <a:tr h="7020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3954237"/>
                  </a:ext>
                </a:extLst>
              </a:tr>
              <a:tr h="7020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03868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50F08C1-22F1-47B7-BBC1-691BE005D6A2}"/>
              </a:ext>
            </a:extLst>
          </p:cNvPr>
          <p:cNvSpPr txBox="1"/>
          <p:nvPr/>
        </p:nvSpPr>
        <p:spPr>
          <a:xfrm>
            <a:off x="9318731" y="1042218"/>
            <a:ext cx="1927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ETHNICITY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650661-958E-46E4-BC50-50038FA68932}"/>
              </a:ext>
            </a:extLst>
          </p:cNvPr>
          <p:cNvSpPr txBox="1"/>
          <p:nvPr/>
        </p:nvSpPr>
        <p:spPr>
          <a:xfrm rot="16200000">
            <a:off x="8468065" y="1925307"/>
            <a:ext cx="1404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VALUE</a:t>
            </a:r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2AB3A1F-BA3C-4087-8A58-17459FCA3FF0}"/>
              </a:ext>
            </a:extLst>
          </p:cNvPr>
          <p:cNvSpPr/>
          <p:nvPr/>
        </p:nvSpPr>
        <p:spPr>
          <a:xfrm>
            <a:off x="9580806" y="1504334"/>
            <a:ext cx="530942" cy="4522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03C92D9-3821-408C-90FC-F7B5D4C2D1F0}"/>
              </a:ext>
            </a:extLst>
          </p:cNvPr>
          <p:cNvSpPr/>
          <p:nvPr/>
        </p:nvSpPr>
        <p:spPr>
          <a:xfrm>
            <a:off x="10503013" y="1504334"/>
            <a:ext cx="530942" cy="45228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B3C3C7-E7D7-4C9F-B9B4-E7ABCF47A6F1}"/>
              </a:ext>
            </a:extLst>
          </p:cNvPr>
          <p:cNvSpPr/>
          <p:nvPr/>
        </p:nvSpPr>
        <p:spPr>
          <a:xfrm>
            <a:off x="9624545" y="2197507"/>
            <a:ext cx="461104" cy="4522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34EE52-226A-4323-BDF2-8E9A2201B78F}"/>
              </a:ext>
            </a:extLst>
          </p:cNvPr>
          <p:cNvSpPr/>
          <p:nvPr/>
        </p:nvSpPr>
        <p:spPr>
          <a:xfrm>
            <a:off x="10537932" y="2197507"/>
            <a:ext cx="461104" cy="45228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57C71C-591D-412C-B029-EEDF8D464DD3}"/>
              </a:ext>
            </a:extLst>
          </p:cNvPr>
          <p:cNvSpPr txBox="1"/>
          <p:nvPr/>
        </p:nvSpPr>
        <p:spPr>
          <a:xfrm>
            <a:off x="3794341" y="2627024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*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822D7B-3087-4AB2-AC8A-91584B855661}"/>
              </a:ext>
            </a:extLst>
          </p:cNvPr>
          <p:cNvSpPr txBox="1"/>
          <p:nvPr/>
        </p:nvSpPr>
        <p:spPr>
          <a:xfrm>
            <a:off x="4571658" y="3093487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~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F8774A-936E-4425-B2D4-7091E6808486}"/>
              </a:ext>
            </a:extLst>
          </p:cNvPr>
          <p:cNvSpPr txBox="1"/>
          <p:nvPr/>
        </p:nvSpPr>
        <p:spPr>
          <a:xfrm>
            <a:off x="4752601" y="3312326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*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F13565-DFAF-42B3-B9C3-83493E0C7B3C}"/>
              </a:ext>
            </a:extLst>
          </p:cNvPr>
          <p:cNvSpPr txBox="1"/>
          <p:nvPr/>
        </p:nvSpPr>
        <p:spPr>
          <a:xfrm>
            <a:off x="3771282" y="3339293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*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622CE8-3C52-44F5-8226-B3927E8A07BA}"/>
              </a:ext>
            </a:extLst>
          </p:cNvPr>
          <p:cNvSpPr txBox="1"/>
          <p:nvPr/>
        </p:nvSpPr>
        <p:spPr>
          <a:xfrm>
            <a:off x="4769376" y="2631371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*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63F8C8-3493-46E0-8B0F-06C29FC902D9}"/>
              </a:ext>
            </a:extLst>
          </p:cNvPr>
          <p:cNvSpPr txBox="1"/>
          <p:nvPr/>
        </p:nvSpPr>
        <p:spPr>
          <a:xfrm>
            <a:off x="5487698" y="3127660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~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A8423E-21B8-4CC3-B4D3-FB5115C1038C}"/>
              </a:ext>
            </a:extLst>
          </p:cNvPr>
          <p:cNvSpPr txBox="1"/>
          <p:nvPr/>
        </p:nvSpPr>
        <p:spPr>
          <a:xfrm>
            <a:off x="4554538" y="3795496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~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23E5CB-3B29-48C0-B664-D54018E77FE6}"/>
              </a:ext>
            </a:extLst>
          </p:cNvPr>
          <p:cNvSpPr txBox="1"/>
          <p:nvPr/>
        </p:nvSpPr>
        <p:spPr>
          <a:xfrm>
            <a:off x="5473291" y="3805008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~</a:t>
            </a:r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2D6BAC3-2AC8-4867-9056-2AF224BD94EF}"/>
              </a:ext>
            </a:extLst>
          </p:cNvPr>
          <p:cNvGrpSpPr/>
          <p:nvPr/>
        </p:nvGrpSpPr>
        <p:grpSpPr>
          <a:xfrm>
            <a:off x="5793005" y="4069266"/>
            <a:ext cx="1204957" cy="691907"/>
            <a:chOff x="5793005" y="4069266"/>
            <a:chExt cx="1204957" cy="69190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A400506-CE2D-49C5-8304-8EA4276DE313}"/>
                </a:ext>
              </a:extLst>
            </p:cNvPr>
            <p:cNvSpPr txBox="1"/>
            <p:nvPr/>
          </p:nvSpPr>
          <p:spPr>
            <a:xfrm>
              <a:off x="5979250" y="4069266"/>
              <a:ext cx="1000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dirty="0"/>
                <a:t>β</a:t>
              </a:r>
              <a:r>
                <a:rPr lang="it-IT" dirty="0"/>
                <a:t>_</a:t>
              </a:r>
              <a:r>
                <a:rPr lang="it-IT" dirty="0" err="1"/>
                <a:t>ethnic</a:t>
              </a:r>
              <a:endParaRPr 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8011D75-0553-4D39-8F2E-E6BC728D12BC}"/>
                </a:ext>
              </a:extLst>
            </p:cNvPr>
            <p:cNvSpPr txBox="1"/>
            <p:nvPr/>
          </p:nvSpPr>
          <p:spPr>
            <a:xfrm>
              <a:off x="5997277" y="4333597"/>
              <a:ext cx="1000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dirty="0"/>
                <a:t>β</a:t>
              </a:r>
              <a:r>
                <a:rPr lang="it-IT" dirty="0"/>
                <a:t>_</a:t>
              </a:r>
              <a:r>
                <a:rPr lang="it-IT" dirty="0" err="1"/>
                <a:t>value</a:t>
              </a:r>
              <a:endParaRPr 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6437C92-854A-4918-A0CD-A165A0B1B242}"/>
                </a:ext>
              </a:extLst>
            </p:cNvPr>
            <p:cNvSpPr txBox="1"/>
            <p:nvPr/>
          </p:nvSpPr>
          <p:spPr>
            <a:xfrm>
              <a:off x="5802018" y="4391841"/>
              <a:ext cx="226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~</a:t>
              </a:r>
              <a:endParaRPr 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265A22F-16E3-4249-815B-3F55A27B81C0}"/>
                </a:ext>
              </a:extLst>
            </p:cNvPr>
            <p:cNvSpPr txBox="1"/>
            <p:nvPr/>
          </p:nvSpPr>
          <p:spPr>
            <a:xfrm>
              <a:off x="5793005" y="4126496"/>
              <a:ext cx="226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*</a:t>
              </a:r>
              <a:endParaRPr lang="en-US" dirty="0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861D218-30CA-4E24-B516-4B76B55156AF}"/>
              </a:ext>
            </a:extLst>
          </p:cNvPr>
          <p:cNvSpPr txBox="1"/>
          <p:nvPr/>
        </p:nvSpPr>
        <p:spPr>
          <a:xfrm>
            <a:off x="5732938" y="2631371"/>
            <a:ext cx="1361442" cy="1422523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 rtlCol="0">
            <a:noAutofit/>
          </a:bodyPr>
          <a:lstStyle/>
          <a:p>
            <a:pPr algn="ctr"/>
            <a:endParaRPr lang="it-IT" dirty="0"/>
          </a:p>
          <a:p>
            <a:pPr algn="ctr"/>
            <a:r>
              <a:rPr lang="it-IT" dirty="0"/>
              <a:t>Value </a:t>
            </a:r>
          </a:p>
          <a:p>
            <a:pPr algn="ctr"/>
            <a:r>
              <a:rPr lang="it-IT" dirty="0" err="1"/>
              <a:t>Segregation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B5886A-AB63-4B64-B0A2-BA1647D644A9}"/>
              </a:ext>
            </a:extLst>
          </p:cNvPr>
          <p:cNvSpPr txBox="1"/>
          <p:nvPr/>
        </p:nvSpPr>
        <p:spPr>
          <a:xfrm>
            <a:off x="3812368" y="4037777"/>
            <a:ext cx="1927123" cy="1114325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 rtlCol="0">
            <a:noAutofit/>
          </a:bodyPr>
          <a:lstStyle/>
          <a:p>
            <a:pPr algn="ctr"/>
            <a:endParaRPr lang="it-IT" dirty="0"/>
          </a:p>
          <a:p>
            <a:pPr algn="ctr"/>
            <a:r>
              <a:rPr lang="it-IT" dirty="0" err="1"/>
              <a:t>Ethnic</a:t>
            </a:r>
            <a:r>
              <a:rPr lang="it-IT" dirty="0"/>
              <a:t> </a:t>
            </a:r>
          </a:p>
          <a:p>
            <a:pPr algn="ctr"/>
            <a:r>
              <a:rPr lang="it-IT" dirty="0" err="1"/>
              <a:t>Segregation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207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Widescreen</PresentationFormat>
  <Paragraphs>24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Rocco Paolillo</dc:creator>
  <cp:lastModifiedBy>Rocco Paolillo</cp:lastModifiedBy>
  <cp:revision>5</cp:revision>
  <dcterms:created xsi:type="dcterms:W3CDTF">2020-01-13T10:08:49Z</dcterms:created>
  <dcterms:modified xsi:type="dcterms:W3CDTF">2020-01-14T10:35:56Z</dcterms:modified>
</cp:coreProperties>
</file>